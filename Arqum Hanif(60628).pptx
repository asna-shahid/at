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40E84-EE9E-AA08-208E-0AC92D4F3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143D0-2C05-AB45-1C45-663E30E9C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CDCA7-1FC5-79BE-0DAB-0EDC191B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02EC6-9EFA-4A83-CA51-3F52929A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1219-D23D-EF85-D754-4C7C2700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3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F26A-70F0-9B95-8A95-E99D9D72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D1F2-39DB-DB7F-884C-923A1FBA5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BEE19-36E1-3A78-8889-54B94D85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8BFF-69EF-65CB-D75A-FE7316BA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04DB8-0121-5780-2B75-A8CB0913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152A-EDE0-F878-5031-3ADD2C97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F3328-DC67-CF31-8229-0A9ABBE99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13DA-32B6-C03A-4A87-021A4B3F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85602-BB19-4F69-5F6F-5FD40F17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F5F9A-B29D-DF63-E9CA-677C7289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2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05B4-AD95-DCE8-C709-5BB8533C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BC82D-78A9-C12B-551A-7C59108EE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01128-FE32-3B50-D466-3BDE7C4F2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4F916-5B42-3964-4865-AFD9BC85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C9C09-C54B-96EC-A58D-20EAF1FD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C39D3-355A-C7A4-937D-297B95C0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47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B731-3EB3-9A7B-79B1-9503C9D4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B4D11-3CD8-B588-0851-068461C7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022CC-F19C-1271-6129-BBCAF6113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1BA87-ADA6-3BD9-9987-BE5EAA013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156E2-742D-0036-E266-E48C6B137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264FFE-32AF-00E4-FE09-005964D3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4AB26-5A5D-C77E-4CB7-90853FC8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37449-4CE2-B03F-5154-545AA6BC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AB1D-F572-36A7-03FC-925754C6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24183-5E96-5158-FC64-323C38FF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D45DE-33B1-C652-A49B-F5597F4C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92865C-1F44-CD69-7E94-EFB44B70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4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171DC-CEA5-9E8D-35AB-00E98B21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5DF5B-EE1E-8EC2-4971-90E7A6A2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30A4F-5076-72E6-E0C1-3BAF084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7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CBC5-3117-AD00-1BF2-72223FB9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8EC36-C12E-A509-BFAC-3783EBB5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8BACE-E40F-63E4-9D4F-8B4638083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8612D-613A-6021-E4D4-6E4D618F7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DF85F-250A-D033-47A3-C1F5A0E7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99144-0B10-1157-77AD-23CA69F8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4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3266-95CB-FC25-18AD-2D209762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CD61C-7220-800C-86FC-C2CF1D98D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74C4C-29F7-8A2A-EF27-0116F576D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7EB37-12B4-2CE1-C9F5-640DC9BF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D35CA-218C-9460-7946-D98ED014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3804A-E40B-8625-2250-EDC2962E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7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661D-6D06-F43B-3A6C-49A3E320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565BF-7DEC-93E5-EDDB-6C3EAE04F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D8149-0860-3D3A-CA99-B9E441F7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7A32B-8552-50CE-3126-9C878B9F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6CC95-FD56-7D83-B6A5-3B234700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10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E8064-9FA6-C736-A1BD-D9383D06E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FCA34-3736-A0CA-5677-5267B0A64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FE81-4026-F32E-1ACE-7FCA9AD1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850FB-2BF0-7A9B-5A6F-2683362C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A8921-E085-EACA-52D9-382746B7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9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B8065-F2EC-9F77-E775-3C30CDEB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AC40A-D46F-FF3B-4838-7C7AD0052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0F401-44DC-53F1-6F9D-930D99530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0758-DDF9-4C04-BDA1-FAFF84B4BF9C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285FC-CBCC-D307-9870-896B98B89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C289C-884D-40EC-F701-1772667F9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D6E9E-189D-4CBE-A737-B04C2D830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3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D6CD-4332-1FBF-A186-E8D10BD03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792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Arqum</a:t>
            </a:r>
            <a:r>
              <a:rPr lang="en-US" dirty="0"/>
              <a:t> Hanif(60628)</a:t>
            </a:r>
            <a:br>
              <a:rPr lang="en-US" dirty="0"/>
            </a:br>
            <a:r>
              <a:rPr lang="en-US" dirty="0"/>
              <a:t>Shahram Ali(60621)</a:t>
            </a:r>
            <a:br>
              <a:rPr lang="en-US" dirty="0"/>
            </a:br>
            <a:r>
              <a:rPr lang="en-US" dirty="0"/>
              <a:t>Abdul Basit(60637)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6C3A3-3490-72BD-E474-66E0A0319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981" y="460632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dirty="0"/>
              <a:t>BS(CS) 3</a:t>
            </a:r>
            <a:r>
              <a:rPr lang="en-US" sz="5400" baseline="30000" dirty="0"/>
              <a:t>rd</a:t>
            </a:r>
            <a:r>
              <a:rPr lang="en-US" sz="5400" dirty="0"/>
              <a:t> (M)</a:t>
            </a:r>
          </a:p>
        </p:txBody>
      </p:sp>
    </p:spTree>
    <p:extLst>
      <p:ext uri="{BB962C8B-B14F-4D97-AF65-F5344CB8AC3E}">
        <p14:creationId xmlns:p14="http://schemas.microsoft.com/office/powerpoint/2010/main" val="161241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3D5EB-7486-1DAD-69E1-26428CD1A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Quick Sort</a:t>
            </a:r>
          </a:p>
          <a:p>
            <a:pPr marL="0" indent="0" algn="ctr">
              <a:buNone/>
            </a:pPr>
            <a:r>
              <a:rPr lang="en-US" sz="4400" dirty="0"/>
              <a:t>Heap Sort</a:t>
            </a:r>
          </a:p>
          <a:p>
            <a:pPr marL="0" indent="0" algn="ctr">
              <a:buNone/>
            </a:pPr>
            <a:r>
              <a:rPr lang="en-US" sz="4400" dirty="0"/>
              <a:t>Merge Sort</a:t>
            </a:r>
          </a:p>
        </p:txBody>
      </p:sp>
    </p:spTree>
    <p:extLst>
      <p:ext uri="{BB962C8B-B14F-4D97-AF65-F5344CB8AC3E}">
        <p14:creationId xmlns:p14="http://schemas.microsoft.com/office/powerpoint/2010/main" val="106375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60B3-B599-DF79-584B-0C589B14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Algorithms: Quick Sort, Heap Sort, 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94DD5-973A-4A10-6A21-6F4768BD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Introduction to Sorting Algorithms </a:t>
            </a:r>
          </a:p>
          <a:p>
            <a:r>
              <a:rPr lang="en-US" dirty="0"/>
              <a:t> Importance of Efficient Sorting</a:t>
            </a:r>
          </a:p>
        </p:txBody>
      </p:sp>
    </p:spTree>
    <p:extLst>
      <p:ext uri="{BB962C8B-B14F-4D97-AF65-F5344CB8AC3E}">
        <p14:creationId xmlns:p14="http://schemas.microsoft.com/office/powerpoint/2010/main" val="331819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4789-64DF-0185-6C4A-448FBB9A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Sorting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B0BA-3E0A-E47A-D98E-D5CF8B658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is the process of arranging data in ascending or descending order.</a:t>
            </a:r>
          </a:p>
          <a:p>
            <a:r>
              <a:rPr lang="en-US" dirty="0"/>
              <a:t>Commonly used to optimize search, data analysis, and organization.  - Algorithms differ in:</a:t>
            </a:r>
          </a:p>
          <a:p>
            <a:r>
              <a:rPr lang="en-US" dirty="0"/>
              <a:t>Time Complexity </a:t>
            </a:r>
          </a:p>
          <a:p>
            <a:r>
              <a:rPr lang="en-US" dirty="0"/>
              <a:t>Space Complexity </a:t>
            </a:r>
          </a:p>
          <a:p>
            <a:r>
              <a:rPr lang="en-US" dirty="0"/>
              <a:t>Stability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1265-F724-1F0C-00CB-4094B4FC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8085-FAA1-7D57-D51A-D45F551DE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divide-and-conquer algorithm.</a:t>
            </a:r>
          </a:p>
          <a:p>
            <a:r>
              <a:rPr lang="en-US" dirty="0"/>
              <a:t>Developed by Tony Hoare in 1960.</a:t>
            </a:r>
          </a:p>
          <a:p>
            <a:pPr marL="0" indent="0">
              <a:buNone/>
            </a:pPr>
            <a:r>
              <a:rPr lang="en-US" dirty="0"/>
              <a:t>*How It Works*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a pivot element.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Partition the array around the pivot :Element smaller than the pivot go to the left. Elements larger than the pivot go to the right.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Recursively sort the left and right partitions.</a:t>
            </a:r>
          </a:p>
        </p:txBody>
      </p:sp>
    </p:spTree>
    <p:extLst>
      <p:ext uri="{BB962C8B-B14F-4D97-AF65-F5344CB8AC3E}">
        <p14:creationId xmlns:p14="http://schemas.microsoft.com/office/powerpoint/2010/main" val="36855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2CB2-0C3A-BA49-DB3C-35E32926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1FBA0-D07F-134E-87FA-CE90AF300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 for large datasets.  </a:t>
            </a:r>
          </a:p>
          <a:p>
            <a:r>
              <a:rPr lang="en-US" dirty="0"/>
              <a:t>Average case time complexity: O(n log n).</a:t>
            </a:r>
          </a:p>
        </p:txBody>
      </p:sp>
    </p:spTree>
    <p:extLst>
      <p:ext uri="{BB962C8B-B14F-4D97-AF65-F5344CB8AC3E}">
        <p14:creationId xmlns:p14="http://schemas.microsoft.com/office/powerpoint/2010/main" val="398538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A622-A8DB-4A9F-657D-A6C366762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2B81-C2DA-6798-EFD5-D4839ADC0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Worst-case time complexity: O(n²) (occurs when the pivot is poorly chosen).</a:t>
            </a:r>
          </a:p>
          <a:p>
            <a:r>
              <a:rPr lang="en-US" dirty="0"/>
              <a:t>Not stable.</a:t>
            </a:r>
          </a:p>
        </p:txBody>
      </p:sp>
    </p:spTree>
    <p:extLst>
      <p:ext uri="{BB962C8B-B14F-4D97-AF65-F5344CB8AC3E}">
        <p14:creationId xmlns:p14="http://schemas.microsoft.com/office/powerpoint/2010/main" val="143507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AE60-51B4-C958-43BC-8CAD6EC7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F72D5-DE19-CC32-DE58-38C8098A3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comparison-based sorting algorithm using a binary heap.</a:t>
            </a:r>
          </a:p>
          <a:p>
            <a:pPr marL="0" indent="0">
              <a:buNone/>
            </a:pPr>
            <a:r>
              <a:rPr lang="en-US" dirty="0"/>
              <a:t>*How It Works*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a max heap from the array.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Swap the root of the heap (maximum element) with the last element.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Reduce the heap size and repeat the </a:t>
            </a:r>
            <a:r>
              <a:rPr lang="en-US" dirty="0" err="1"/>
              <a:t>heapify</a:t>
            </a:r>
            <a:r>
              <a:rPr lang="en-US" dirty="0"/>
              <a:t>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8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C7E0-DE61-265E-B2E6-19727371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7FF1-90A0-7ABA-4E8B-C5CD3CE5B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Worst-case time complexity: O(n log n).</a:t>
            </a:r>
          </a:p>
          <a:p>
            <a:r>
              <a:rPr lang="en-US" dirty="0"/>
              <a:t>In-place sorting (requires no extra memory).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4000" dirty="0"/>
              <a:t>*Disadvantages* </a:t>
            </a:r>
          </a:p>
          <a:p>
            <a:r>
              <a:rPr lang="en-US" dirty="0"/>
              <a:t>Not stable.</a:t>
            </a:r>
          </a:p>
          <a:p>
            <a:r>
              <a:rPr lang="en-US" dirty="0"/>
              <a:t>Slower in practice compared to Quick Sort.</a:t>
            </a:r>
          </a:p>
        </p:txBody>
      </p:sp>
    </p:spTree>
    <p:extLst>
      <p:ext uri="{BB962C8B-B14F-4D97-AF65-F5344CB8AC3E}">
        <p14:creationId xmlns:p14="http://schemas.microsoft.com/office/powerpoint/2010/main" val="57317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9049-185E-D013-EA96-A2C025EA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1E66F-D25F-E24B-2F83-EBBEE6ADE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stable divide-and-conquer algorithm.</a:t>
            </a:r>
          </a:p>
          <a:p>
            <a:pPr marL="0" indent="0">
              <a:buNone/>
            </a:pPr>
            <a:r>
              <a:rPr lang="en-US" dirty="0"/>
              <a:t>*How It Works*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Divide the array into halves recursively until each subarray contains a single element.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Merge the subarrays while sorting them.</a:t>
            </a:r>
          </a:p>
        </p:txBody>
      </p:sp>
    </p:spTree>
    <p:extLst>
      <p:ext uri="{BB962C8B-B14F-4D97-AF65-F5344CB8AC3E}">
        <p14:creationId xmlns:p14="http://schemas.microsoft.com/office/powerpoint/2010/main" val="52669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7654-3D9B-D8ED-8E87-CE288D10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4306-3FA4-5D1A-45EC-D63859185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Stable sorting.</a:t>
            </a:r>
          </a:p>
          <a:p>
            <a:r>
              <a:rPr lang="en-US" dirty="0"/>
              <a:t>Time complexity: O(n log n) in all cases.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000" dirty="0"/>
              <a:t> *Disadvantages*</a:t>
            </a:r>
          </a:p>
          <a:p>
            <a:r>
              <a:rPr lang="en-US" dirty="0"/>
              <a:t>Requires additional memory for merging (space complexity: O(n)).</a:t>
            </a:r>
          </a:p>
        </p:txBody>
      </p:sp>
    </p:spTree>
    <p:extLst>
      <p:ext uri="{BB962C8B-B14F-4D97-AF65-F5344CB8AC3E}">
        <p14:creationId xmlns:p14="http://schemas.microsoft.com/office/powerpoint/2010/main" val="2839832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4E56-66C3-6C42-2EDC-DEECBF83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3D585-8003-55E0-4D58-2AA7EAEEE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| Algorithm   | Time Complexity (Best) | Time Complexity (Worst) | Space Complexity | Stable |  |-------------|-------------------------|--------------------------|-------------------|--------|  | Quick Sort  | O(n log n)             | O(n²)                   | O(log n)          | No     |  | Heap Sort   | O(n log n)             | O(n log n)              | O(1)              | No     |  | Merge Sort  | O(n log n)             | O(n log n)              | O(n)              | Yes    |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42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3482-C299-9FFE-CC6F-780DE6B06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D45E-22D2-9404-6B17-08078374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*Quick Sort*: Systems with limited memory, sorting in-place. </a:t>
            </a:r>
          </a:p>
          <a:p>
            <a:pPr marL="0" indent="0">
              <a:buNone/>
            </a:pPr>
            <a:r>
              <a:rPr lang="en-US" dirty="0"/>
              <a:t>*Heap Sort*: Real-time systems requiring guaranteed performance.   *Merge Sort*: Large datasets where stability is critical.</a:t>
            </a:r>
          </a:p>
        </p:txBody>
      </p:sp>
    </p:spTree>
    <p:extLst>
      <p:ext uri="{BB962C8B-B14F-4D97-AF65-F5344CB8AC3E}">
        <p14:creationId xmlns:p14="http://schemas.microsoft.com/office/powerpoint/2010/main" val="272506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161E-5A7C-983C-73C2-26278207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5F05-F351-837B-E100-71F8F8253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algorithm has its pros and cons.</a:t>
            </a:r>
          </a:p>
          <a:p>
            <a:r>
              <a:rPr lang="en-US" dirty="0"/>
              <a:t>Choose based on the dataset size, memory constraints, and stability requirements.</a:t>
            </a:r>
          </a:p>
          <a:p>
            <a:r>
              <a:rPr lang="en-US" dirty="0"/>
              <a:t>Understanding these algorithms is essential for efficient programming.</a:t>
            </a:r>
          </a:p>
        </p:txBody>
      </p:sp>
    </p:spTree>
    <p:extLst>
      <p:ext uri="{BB962C8B-B14F-4D97-AF65-F5344CB8AC3E}">
        <p14:creationId xmlns:p14="http://schemas.microsoft.com/office/powerpoint/2010/main" val="307530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501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Arqum Hanif(60628) Shahram Ali(60621) Abdul Basit(60637)</vt:lpstr>
      <vt:lpstr>PowerPoint Presentation</vt:lpstr>
      <vt:lpstr>Sorting Algorithms: Quick Sort, Heap Sort, Merge Sort</vt:lpstr>
      <vt:lpstr>Introduction to Sorting Algorithms</vt:lpstr>
      <vt:lpstr>Quick Sort</vt:lpstr>
      <vt:lpstr>Advantages</vt:lpstr>
      <vt:lpstr>Disadvantages</vt:lpstr>
      <vt:lpstr>Heap Sort</vt:lpstr>
      <vt:lpstr>Advantages</vt:lpstr>
      <vt:lpstr>Merge Sort</vt:lpstr>
      <vt:lpstr>Advantages</vt:lpstr>
      <vt:lpstr>Comparison of Algorithms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</dc:creator>
  <cp:lastModifiedBy>HOME</cp:lastModifiedBy>
  <cp:revision>1</cp:revision>
  <dcterms:created xsi:type="dcterms:W3CDTF">2024-12-26T16:35:03Z</dcterms:created>
  <dcterms:modified xsi:type="dcterms:W3CDTF">2024-12-26T16:55:51Z</dcterms:modified>
</cp:coreProperties>
</file>